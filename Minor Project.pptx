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12"/>
  </p:notesMasterIdLst>
  <p:sldIdLst>
    <p:sldId id="270" r:id="rId2"/>
    <p:sldId id="261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38E09-B324-4E3D-B9A9-E7A8893DE7D7}" type="datetimeFigureOut">
              <a:rPr lang="en-IN" smtClean="0"/>
              <a:pPr/>
              <a:t>29-08-2025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7645E-B809-4863-A1EA-644428C033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41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B915-8ED9-499B-ADAF-7CA8704CF10F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037" y="0"/>
            <a:ext cx="1965963" cy="56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288" y="0"/>
            <a:ext cx="1997850" cy="57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6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7C56-2567-4596-9657-7EA1F2342DD9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89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60A-3EA0-4A67-BA10-8EA5CE62E355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217" y="0"/>
            <a:ext cx="2066929" cy="59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6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7F41A-8FEE-4C68-98DD-45A2FF193ED1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907" y="1"/>
            <a:ext cx="2137230" cy="61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5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1B3C-594E-48F2-8BF7-07B16A5CAD9E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12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744AF-DE0C-4B9D-9068-793B3274145A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43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4BE92-5311-4F20-AB68-412AAE24780F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764" y="0"/>
            <a:ext cx="2139373" cy="61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6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A7C0-3B04-4716-AE2B-1B7B72C6B31C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70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62C0-5F7B-422B-B05A-E61B15D967CA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4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2551E-41D2-44EA-96DF-D7B13A4E2869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ENGINEERING, </a:t>
            </a:r>
          </a:p>
          <a:p>
            <a:r>
              <a:rPr lang="en-US"/>
              <a:t>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33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0D9C8-E4B4-4F7D-8F30-0B4AFB92B362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ELECTRICAL ENGINEERING, *Proprietary material of SILVER OAK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C1C91-F70C-409E-B3EB-BA495FFA0D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28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r="2609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6165" y="250926"/>
            <a:ext cx="4939665" cy="103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18599" y="4478221"/>
            <a:ext cx="12204400" cy="237977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3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</a:t>
            </a:r>
          </a:p>
          <a:p>
            <a:pPr lvl="0" algn="ctr">
              <a:buSzPts val="3600"/>
            </a:pPr>
            <a:r>
              <a:rPr lang="en-US" sz="3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 No:</a:t>
            </a:r>
            <a:br>
              <a:rPr lang="en-US" sz="3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Branch: </a:t>
            </a:r>
          </a:p>
          <a:p>
            <a:pPr lvl="0" algn="ctr">
              <a:buSzPts val="3600"/>
            </a:pPr>
            <a:r>
              <a:rPr lang="en-IN" sz="3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41573" y="1308153"/>
            <a:ext cx="10580400" cy="317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1010103494</a:t>
            </a:r>
            <a:endParaRPr lang="en-US" sz="4800" b="1" dirty="0">
              <a:solidFill>
                <a:schemeClr val="accent2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endParaRPr lang="en-US" sz="5400" b="1" i="0" u="none" strike="noStrike" cap="none" dirty="0">
              <a:solidFill>
                <a:schemeClr val="accent2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54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56255"/>
            <a:ext cx="1422400" cy="71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9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 and Motivation</a:t>
            </a:r>
          </a:p>
          <a:p>
            <a:r>
              <a:rPr lang="en-US" dirty="0"/>
              <a:t>Relevance and Importance</a:t>
            </a:r>
            <a:endParaRPr lang="en-IN" dirty="0"/>
          </a:p>
          <a:p>
            <a:r>
              <a:rPr lang="en-IN" dirty="0"/>
              <a:t>Literature review</a:t>
            </a:r>
          </a:p>
          <a:p>
            <a:r>
              <a:rPr lang="en-IN" dirty="0"/>
              <a:t>Objectives</a:t>
            </a:r>
          </a:p>
          <a:p>
            <a:r>
              <a:rPr lang="en-IN" dirty="0"/>
              <a:t>Required Tools and Technology</a:t>
            </a:r>
          </a:p>
          <a:p>
            <a:r>
              <a:rPr lang="en-IN" dirty="0"/>
              <a:t>Method/ Approach</a:t>
            </a:r>
          </a:p>
          <a:p>
            <a:r>
              <a:rPr lang="en-IN" dirty="0"/>
              <a:t>Bibliography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03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083" y="2638044"/>
            <a:ext cx="7729728" cy="3101983"/>
          </a:xfrm>
        </p:spPr>
        <p:txBody>
          <a:bodyPr/>
          <a:lstStyle/>
          <a:p>
            <a:r>
              <a:rPr lang="en-IN" dirty="0"/>
              <a:t>Introduction of research area and topics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A2E5A-4343-4360-8B2E-D8EFD087869F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0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Motivation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of current research work and Motivation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85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and Importance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Make it clear what new insights you will contribute, who they are relevant to, and why the research is worth doing.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40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to the point, the developments in the proposed area, to emphasize the current status and importance of the research problem identified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RESEARCH AND DEVELOPMENT, </a:t>
            </a:r>
          </a:p>
          <a:p>
            <a:r>
              <a:rPr lang="en-US" dirty="0"/>
              <a:t>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83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Precisely mention your aims / objectives of the proposed research work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90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Required Tools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Mention the Required Tools and Technology, Instruments which may used for proposed research.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RESEARCH AND DEVELOPMENT, </a:t>
            </a:r>
          </a:p>
          <a:p>
            <a:r>
              <a:rPr lang="en-US" dirty="0"/>
              <a:t>*Proprietary material of SILVER OAK UNIVERSITY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61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conceptual / analytical / theoretical / computational / experimental and methodological boundaries within which the proposed work will be carried out.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68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Indicate references by number(s) in square brackets in line with the text.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15BD6-E041-4518-BA06-B97A9A772534}" type="datetime1">
              <a:rPr lang="en-IN" smtClean="0"/>
              <a:pPr/>
              <a:t>29-08-2025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1C91-F70C-409E-B3EB-BA495FFA0DF6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33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226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Literature review</vt:lpstr>
      <vt:lpstr>objectives</vt:lpstr>
      <vt:lpstr>Required Tools and Technology</vt:lpstr>
      <vt:lpstr>Method/ Approach</vt:lpstr>
      <vt:lpstr>Bibliography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NAME</dc:title>
  <dc:creator>Utsav Yagnik</dc:creator>
  <cp:lastModifiedBy>DARSHAN SAGAR</cp:lastModifiedBy>
  <cp:revision>25</cp:revision>
  <dcterms:created xsi:type="dcterms:W3CDTF">2020-09-07T10:12:37Z</dcterms:created>
  <dcterms:modified xsi:type="dcterms:W3CDTF">2025-08-29T15:54:12Z</dcterms:modified>
</cp:coreProperties>
</file>